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E431C-5ACC-4E77-12FE-0A29B47E9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B02FE-3CD5-01BA-CE14-F942ED563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B98F9-ED41-FE7D-87CD-6820471D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AD55E-8DEE-1EBA-0121-0B8530E7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12B9-E42D-D939-5287-310AC17C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853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35E0-27B4-A577-B61A-CDF04334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63F91-A410-C835-7968-991193F95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0A794-330C-0254-2C58-1A76C33A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9589E-D707-3EF6-EA46-3D96F3D2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29395-ADAE-FD64-E414-E7E022C9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414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12F67-0B61-FCFF-3ECC-1A9865D5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60CF0-8641-C73E-30CF-E40DF66FC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90CE-A9ED-7F2C-38EA-DB5DE070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E55D-740B-C46D-3BC7-14F1CDE4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61F5B-36C5-A021-322C-370E8424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60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7BB7-85E8-5202-1CAD-E30107C2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C523-52E1-F56B-2F85-4C781FD8B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D8B7E-4AB6-AB1C-3938-B46738F47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014F2-7726-AE49-7C5F-D198E611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F7E33-14A9-7CB9-E333-43F1D2F9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3659-BBB5-A45F-8157-73CCAA82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1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670A-672A-0B03-F732-03417716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45720-3150-0971-9E21-49513DA9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B646D-B642-395F-8A97-8C988367B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4607F-782F-E027-26E3-4766A4879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D901D-1EB1-4F24-8F17-9D288B5514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586F99-1374-5E9B-7AF9-88AB5095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2D5A9-E44F-5132-B239-EAE17BF9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6B6DD-A13A-F16F-3956-C5B497B3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8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6306-9F71-4A66-6997-0078255F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6954E-CA9F-942F-EA69-BF2244F93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DDA51-3C11-5F53-D1E7-413072EE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1324D-D401-9B27-EEF2-7A505D8B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8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BB5F3-5C9C-D7A8-A3CE-2A51F5FE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577A3-5B6F-A3CF-A01D-3BF2751B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C42AB-54D9-B831-52EF-6E14EE92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42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1C73-5E1C-166D-DD66-5157874B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55FFC-DF2B-F950-D459-12FC3FA0C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E5CCF-DC0A-F6F4-8C24-5071BC8CC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A163-951E-8D71-9249-4E2126D1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4A352-F989-47DB-CD99-079BC9ED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5EA09-40CC-DD48-440C-39CC3417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840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6499-2FB7-A82B-72CF-522889DC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3D190-074E-3DA9-48AF-84D3F5D60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03760-71E8-8503-A2F9-10B4421F2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FFEBB-2B59-EAC0-A20F-B80758BE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9E017-40B2-1C09-5C37-A6A504261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31B49-DB85-3B6B-20A4-07FE43A5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64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C1D6-F24B-0D94-2030-5E7A92B6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E8AC1-1693-2C18-CCD7-52F6BDD49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A0B3C-7D9C-4F99-1BFB-79C887C5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35BF9-F231-D8E4-2A62-B47688B89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ACCC0-844E-8FA2-1E4C-85CE3E5C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3D53A-7391-4BE9-C8A9-C578E8E51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4224A-6512-6B67-1193-280DF3716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BF81-E00C-C33A-DA98-8AAC9A67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7480C-0172-C286-BF93-3CE55CF5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CBF1A-0A5E-6906-F5C1-E498CC4A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3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D8009-3EEE-7696-8223-CE6A998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1DB0D-E189-890B-D435-BB55793B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1967-FA03-814A-79B1-B204523D8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9B36C3-0617-4F3B-B5F9-E4F720E1F953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EFB13-CF24-5309-28FB-81FA89CB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F26F2-29D0-E084-1CE2-D7B4248AA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3A9AD-E504-4223-8C04-39284B23E4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39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coffee on a saucer&#10;&#10;AI-generated content may be incorrect.">
            <a:extLst>
              <a:ext uri="{FF2B5EF4-FFF2-40B4-BE49-F238E27FC236}">
                <a16:creationId xmlns:a16="http://schemas.microsoft.com/office/drawing/2014/main" id="{80674E8D-7C86-AF4B-F138-36E25BDA9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6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up of tea on a saucer&#10;&#10;AI-generated content may be incorrect.">
            <a:extLst>
              <a:ext uri="{FF2B5EF4-FFF2-40B4-BE49-F238E27FC236}">
                <a16:creationId xmlns:a16="http://schemas.microsoft.com/office/drawing/2014/main" id="{4345D9E0-64A3-02D5-1F25-CDA994511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table with text on it&#10;&#10;AI-generated content may be incorrect.">
            <a:extLst>
              <a:ext uri="{FF2B5EF4-FFF2-40B4-BE49-F238E27FC236}">
                <a16:creationId xmlns:a16="http://schemas.microsoft.com/office/drawing/2014/main" id="{28AA4DCD-1686-3481-F19F-5E9093CCD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5" y="385529"/>
            <a:ext cx="5325982" cy="3056918"/>
          </a:xfrm>
          <a:prstGeom prst="rect">
            <a:avLst/>
          </a:prstGeom>
        </p:spPr>
      </p:pic>
      <p:pic>
        <p:nvPicPr>
          <p:cNvPr id="11" name="Picture 10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3F6FE145-CAE8-B6F5-A5ED-84FDB824F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034" y="366466"/>
            <a:ext cx="5499847" cy="3056918"/>
          </a:xfrm>
          <a:prstGeom prst="rect">
            <a:avLst/>
          </a:prstGeom>
        </p:spPr>
      </p:pic>
      <p:pic>
        <p:nvPicPr>
          <p:cNvPr id="13" name="Picture 12" descr="A table with different names&#10;&#10;AI-generated content may be incorrect.">
            <a:extLst>
              <a:ext uri="{FF2B5EF4-FFF2-40B4-BE49-F238E27FC236}">
                <a16:creationId xmlns:a16="http://schemas.microsoft.com/office/drawing/2014/main" id="{3F69CCDF-E01C-9640-9232-C7BE9D2212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4" y="3801083"/>
            <a:ext cx="5325983" cy="2764238"/>
          </a:xfrm>
          <a:prstGeom prst="rect">
            <a:avLst/>
          </a:prstGeom>
        </p:spPr>
      </p:pic>
      <p:pic>
        <p:nvPicPr>
          <p:cNvPr id="15" name="Picture 14" descr="A table with a list of items&#10;&#10;AI-generated content may be incorrect.">
            <a:extLst>
              <a:ext uri="{FF2B5EF4-FFF2-40B4-BE49-F238E27FC236}">
                <a16:creationId xmlns:a16="http://schemas.microsoft.com/office/drawing/2014/main" id="{E7515E1A-F89B-4566-8074-AB2ABC009D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034" y="3801083"/>
            <a:ext cx="5499848" cy="276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06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B30B4AF4-63B2-E9AD-F990-985D34CB2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1CBE25-978E-8196-C73F-AD94F7712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15" y="780680"/>
            <a:ext cx="8202170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09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A1040D55-CDFA-2889-C610-3ABFDAF6B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1C0BDE76-E218-93DC-7B1F-B660BA201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97" y="525797"/>
            <a:ext cx="7870994" cy="165262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F62522-1BB9-B4D6-20F2-1E64B3999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198" y="3738283"/>
            <a:ext cx="7894428" cy="243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361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98D78-35EB-6927-ACDA-84995AF3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0930A0B9-DECB-5F49-9CF0-0A9D2534A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text&#10;&#10;AI-generated content may be incorrect.">
            <a:extLst>
              <a:ext uri="{FF2B5EF4-FFF2-40B4-BE49-F238E27FC236}">
                <a16:creationId xmlns:a16="http://schemas.microsoft.com/office/drawing/2014/main" id="{834396C0-858B-C720-73D4-E354FFB08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19" y="935656"/>
            <a:ext cx="6915147" cy="105450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B2BA4F-39D7-567F-E71D-8C4505518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837" y="3373398"/>
            <a:ext cx="4695668" cy="319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22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70E4-BB7D-DD89-5DFA-127A7B12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0ABBC011-4FB9-D905-1F0F-8325654B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text&#10;&#10;AI-generated content may be incorrect.">
            <a:extLst>
              <a:ext uri="{FF2B5EF4-FFF2-40B4-BE49-F238E27FC236}">
                <a16:creationId xmlns:a16="http://schemas.microsoft.com/office/drawing/2014/main" id="{6769F53F-1628-CC91-8772-127D04C13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25" y="1044789"/>
            <a:ext cx="9507710" cy="1339423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D4CC287-DED2-BFA8-E6E0-D869EBA0C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645" y="3429000"/>
            <a:ext cx="5791297" cy="289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47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11AF-2D49-A365-FC1B-BEF54B89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C938A542-2CDA-C14A-A166-E0A441B22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1AD68E-5A90-CC22-D190-8D976BD01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48" y="341104"/>
            <a:ext cx="6547415" cy="1998684"/>
          </a:xfrm>
          <a:prstGeom prst="rect">
            <a:avLst/>
          </a:prstGeom>
        </p:spPr>
      </p:pic>
      <p:pic>
        <p:nvPicPr>
          <p:cNvPr id="6" name="Picture 5" descr="A screenshot of a data&#10;&#10;AI-generated content may be incorrect.">
            <a:extLst>
              <a:ext uri="{FF2B5EF4-FFF2-40B4-BE49-F238E27FC236}">
                <a16:creationId xmlns:a16="http://schemas.microsoft.com/office/drawing/2014/main" id="{8174E191-869F-5062-5156-E493903B5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645" y="3671047"/>
            <a:ext cx="6239930" cy="24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2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9096-533D-02E8-6F58-AE5F4413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8FD6E243-5B8D-F954-05F9-0C641B736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lose up of a text&#10;&#10;AI-generated content may be incorrect.">
            <a:extLst>
              <a:ext uri="{FF2B5EF4-FFF2-40B4-BE49-F238E27FC236}">
                <a16:creationId xmlns:a16="http://schemas.microsoft.com/office/drawing/2014/main" id="{C0CC77DA-52C5-7196-90DC-488BB2907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0" y="558296"/>
            <a:ext cx="7212939" cy="124361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5DF812-BD73-C8A5-BA7B-BB29D45BC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487" y="3667591"/>
            <a:ext cx="9258646" cy="160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6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1120-D759-722C-F0B6-F81486A4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A90BBFE9-63ED-2CA1-06D6-ACA02B9AE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8E445C9-2AAF-6CB4-A64C-A4FEA767D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96" y="735052"/>
            <a:ext cx="6363536" cy="124166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C7DEBA-37E9-F76E-4529-7082203F5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554" y="3622393"/>
            <a:ext cx="3929446" cy="250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2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FE408-1F2D-4866-B6ED-F0D5B134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A6650547-4531-4B95-4C40-143CF7219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1FD34C-2A96-D17B-DDF6-EE3A31C6D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10" y="518214"/>
            <a:ext cx="8820833" cy="1364373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3309B06-BDF5-55DD-3E2B-E7F9E76A7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981" y="3645241"/>
            <a:ext cx="5755555" cy="266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40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F5AD-382B-C2A4-1E47-4EE33B31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41389474-EC6A-726C-7BD0-171EDE32D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EE36646-147B-B388-E6AF-3F5F882F8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90" y="379792"/>
            <a:ext cx="6647526" cy="1462455"/>
          </a:xfrm>
          <a:prstGeom prst="rect">
            <a:avLst/>
          </a:prstGeom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B735162-5665-E763-2B82-CEFD24122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416" y="3538749"/>
            <a:ext cx="5610095" cy="25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6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1642B-725D-5F9E-F5CF-C37A47FBF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D6EC470D-E33F-81EF-EF3E-03E35996A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BEB425A-1398-8B81-F3DB-331C90D17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31" y="600227"/>
            <a:ext cx="7792537" cy="183858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FA2DC-B463-1302-E847-2738C50B1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116" y="3809506"/>
            <a:ext cx="6133030" cy="230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6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BD51-61B8-E1FD-0A01-6A1C52FA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2C74AAF6-803A-224C-B47C-B7C6A3C48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AEE00CD-7635-0075-797D-1FAE61031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27" y="440869"/>
            <a:ext cx="7707276" cy="17510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E67151-3AED-E290-EC50-03DF6FC4D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088" y="4156210"/>
            <a:ext cx="6218030" cy="15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89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91F5-F094-4B2D-8F07-F52CB71F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up of tea on a saucer&#10;&#10;AI-generated content may be incorrect.">
            <a:extLst>
              <a:ext uri="{FF2B5EF4-FFF2-40B4-BE49-F238E27FC236}">
                <a16:creationId xmlns:a16="http://schemas.microsoft.com/office/drawing/2014/main" id="{710CF715-5598-23F9-6DF0-BE853C62B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96F6C-F822-049A-E329-FD4B06EC664F}"/>
              </a:ext>
            </a:extLst>
          </p:cNvPr>
          <p:cNvSpPr txBox="1"/>
          <p:nvPr/>
        </p:nvSpPr>
        <p:spPr>
          <a:xfrm>
            <a:off x="5064403" y="5001768"/>
            <a:ext cx="2063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3958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</Words>
  <Application>Microsoft Office PowerPoint</Application>
  <PresentationFormat>Widescreen</PresentationFormat>
  <Paragraphs>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Hrushikesh Bhad</dc:creator>
  <cp:lastModifiedBy>Hrushikesh Bhad</cp:lastModifiedBy>
  <cp:revision>3</cp:revision>
  <dcterms:created xsi:type="dcterms:W3CDTF">2025-10-29T08:12:43Z</dcterms:created>
  <dcterms:modified xsi:type="dcterms:W3CDTF">2025-10-29T09:24:42Z</dcterms:modified>
</cp:coreProperties>
</file>